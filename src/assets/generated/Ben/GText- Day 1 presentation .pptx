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1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66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857465"/>
            <a:ext cx="7772400" cy="1470025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54184"/>
            <a:ext cx="6400800" cy="175260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Talk to AI and Get What You Want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Prompt Engineering? (And Why It Matters)</a:t>
            </a:r>
          </a:p>
        </p:txBody>
      </p:sp>
      <p:sp>
        <p:nvSpPr>
          <p:cNvPr id="6" name="Content Placeholder 2"/>
          <p:cNvSpPr/>
          <p:nvPr/>
        </p:nvSpPr>
        <p:spPr>
          <a:xfrm>
            <a:off x="543560" y="1515745"/>
            <a:ext cx="8081010" cy="5443220"/>
          </a:xfrm>
          <a:prstGeom prst="rect">
            <a:avLst/>
          </a:prstGeom>
        </p:spPr>
        <p:txBody>
          <a:bodyPr vert="horz" lIns="91440" tIns="45720" rIns="91440" bIns="45720" rtlCol="0">
            <a:normAutofit fontScale="87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engineering is simply the skill of asking AI tools the right way — just like you would talk to a smart assistant. It’s not about coding or technical terms. It’s about giving clear, smart instructions to tools like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ChatGPT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Gemini, Copilot, or Claude to help with your tasks.</a:t>
            </a:r>
          </a:p>
          <a:p>
            <a:pPr algn="just"/>
            <a:endParaRPr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say, 'Write a property listing for a newly renovated 4-bedroom duplex in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Lekki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Lagos.' The AI will generate a full description, saving you time and energy.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/>
          <p:nvPr/>
        </p:nvSpPr>
        <p:spPr>
          <a:xfrm>
            <a:off x="247015" y="1541145"/>
            <a:ext cx="7981315" cy="5095240"/>
          </a:xfrm>
          <a:prstGeom prst="rect">
            <a:avLst/>
          </a:prstGeom>
        </p:spPr>
        <p:txBody>
          <a:bodyPr vert="horz" lIns="91440" tIns="45720" rIns="91440" bIns="45720" rtlCol="0">
            <a:normAutofit fontScale="87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Prompting already happens in your day-to-day life: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You type 'Hotels in Abuja' into Google — that’s a prompt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You tell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Siri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'Remind me to call Mr. Femi by 4pm' — that’s a voice prompt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You search 'cheapest Samsung phone' on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Jumia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another prompt!</a:t>
            </a:r>
          </a:p>
          <a:p>
            <a:pPr algn="just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engineering means learning to do this intentionally and clearly when working with AI tools.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57200" y="260991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Everyday Examples of Prompting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9178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Good Prompts Give You Better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Vague: 'Write something about a house.' — gives a generic reply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Clear: 'Write a 3-line advert for a luxury 4-bedroom duplex with BQ in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Ikoyi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Lagos. Focus on elegance and location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.'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clearer your prompt, the better the output.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Real Estate Professionals Can Use Prompting</a:t>
            </a:r>
          </a:p>
        </p:txBody>
      </p:sp>
      <p:sp>
        <p:nvSpPr>
          <p:cNvPr id="4" name="Content Placeholder 2"/>
          <p:cNvSpPr/>
          <p:nvPr/>
        </p:nvSpPr>
        <p:spPr>
          <a:xfrm>
            <a:off x="476313" y="1625430"/>
            <a:ext cx="8229600" cy="5121275"/>
          </a:xfrm>
          <a:prstGeom prst="rect">
            <a:avLst/>
          </a:prstGeom>
        </p:spPr>
        <p:txBody>
          <a:bodyPr vert="horz" lIns="91440" tIns="45720" rIns="91440" bIns="45720" rtlCol="0">
            <a:normAutofit fontScale="87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Ways a real estate agent or marketer can use prompts: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Property Listing: 'Create a detailed listing for a newly built 5-bedroom detached duplex in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Lekki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modern kitchen, 2 BQs, and ample parking.'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Client Follow-Up: 'Write a friendly follow-up message to Mr. Ahmed who viewed a property yesterday.'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Social Media: 'Suggest 5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Instagram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captions for a beachfront property in Victoria Island.'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Summarize Notes: 'Summarize this property inspection note into bullet points for my report.'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Prompting Techniques Anyone Can Learn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'Act as…': 'Act as a real estate copywriter. Write a sales pitch for this 2-bedroom apartment in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Yaba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.'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'Write a…': 'Write a follow-up message for a client who missed their property viewing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.'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'Summarize…': 'Summarize this property listing into 3 bullet points for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WhatsApp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.'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'Create a list of…': 'Create a list of blog post ideas for educating first-time home buyers.'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1934"/>
            <a:ext cx="8229600" cy="1143000"/>
          </a:xfrm>
        </p:spPr>
        <p:txBody>
          <a:bodyPr>
            <a:normAutofit fontScale="90000"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Mistakes to Avoid When Prompting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Being too vague: 'Write something for me' — poor 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Asking too much at once: Don’t cram 5 tasks in one 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prompt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Skipping context: Always include who it’s for, what it’s about, and where it will be used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Prompting Tools You Can Start Using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 platforms: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ChatGPT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— Text, images, files, 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voice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Gemini (Google) — Great for 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mobile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Claude (Anthropic) — Reads long documents, writes 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summaries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Microsoft Copilot — Built into Word, Excel, Outlook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Thought: Prompting Is a Soft Skill, Not a Tech Skill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You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don’t need to be a programmer to use AI. If you can explain something clearly or give good instructions to a staff member, you already have what it takes. Prompting is a communication skill.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Workshop: Let’s Try Prompt Engineering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activities: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'Write a birthday message for a client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'Summarize a 2-paragraph property brief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'Write a 2-line ad for a 3-bedroom in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Ikeja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45606" cy="1143000"/>
          </a:xfrm>
        </p:spPr>
        <p:txBody>
          <a:bodyPr>
            <a:normAutofit fontScale="90000"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Prompts: Try All Three Live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Zero-shot: 'Write a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WhatsApp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message to a new lead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.'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Few-shot: 'Here are 2 ads I like. Write a similar one for this new house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.'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Chain-of-Thought: 'List the steps to qualify a lead who booked an inspection.'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for Better Prompting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Add tone: professional, friendly, 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persuasive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Add structure: bullet points, short form, 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paragraph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Add platform: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WhatsApp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Facebook, 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brochure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who it’s for: a client, a team, a buyer, etc.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Multi-Modal Prompting (Voice, Image &amp; File-Based Prompts)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🗣️ Voice-Based Prompting: Use voice-to-text in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ChatGPT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mobile, e.g., 'Write a follow-up to Mr. John after today's viewing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.'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📷 Image-Based Prompting: Upload a property photo and ask for a description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📄 File-Based Prompting: Upload a property spec PDF and summarize it for marketing use.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Prompting Tools Demo (or Phone-Based Try-Out)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tools to try: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ChatGPT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(Web &amp; App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Gemini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Claude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Microsoft 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Copilot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your mobile or PC to test them live.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Let’s Build Prompt Templates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templates: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Listing description generator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Instagram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caption creator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Client response generator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WhatsApp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nurturing message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Voice note summarizer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Image caption assistant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855</Words>
  <Application>Microsoft Office PowerPoint</Application>
  <PresentationFormat>On-screen Show (4:3)</PresentationFormat>
  <Paragraphs>98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Day 1: Prompt Engineering</vt:lpstr>
      <vt:lpstr>What Is Prompt Engineering? (And Why It Matters)</vt:lpstr>
      <vt:lpstr>PowerPoint Presentation</vt:lpstr>
      <vt:lpstr>Why Good Prompts Give You Better Results</vt:lpstr>
      <vt:lpstr>How Real Estate Professionals Can Use Prompting</vt:lpstr>
      <vt:lpstr>Basic Prompting Techniques Anyone Can Learn</vt:lpstr>
      <vt:lpstr>Mistakes to Avoid When Prompting AI</vt:lpstr>
      <vt:lpstr>Prompting Tools You Can Start Using Today</vt:lpstr>
      <vt:lpstr>Final Thought: Prompting Is a Soft Skill, Not a Tech Skill</vt:lpstr>
      <vt:lpstr>Workshop: Let’s Try Prompt Engineering Together</vt:lpstr>
      <vt:lpstr>Types of Prompts: Try All Three Live</vt:lpstr>
      <vt:lpstr>Techniques for Better Prompting</vt:lpstr>
      <vt:lpstr>Multi-Modal Prompting (Voice, Image &amp; File-Based Prompts)</vt:lpstr>
      <vt:lpstr>Prompting Tools Demo (or Phone-Based Try-Out)</vt:lpstr>
      <vt:lpstr>Let’s Build Prompt Templates Together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2: Prompt Engineering</dc:title>
  <dc:creator>Benjamin Samuel Oladoyin</dc:creator>
  <dc:description>generated using python-pptx</dc:description>
  <cp:lastModifiedBy>Benjamin Samuel Oladoyin</cp:lastModifiedBy>
  <cp:revision>6</cp:revision>
  <dcterms:created xsi:type="dcterms:W3CDTF">1900-01-01T00:00:00Z</dcterms:created>
  <dcterms:modified xsi:type="dcterms:W3CDTF">2025-07-10T12:20:29Z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96BE97D2F5B04A0740036F684A932FB4_32</vt:lpwstr>
  </property>
  <property fmtid="{D5CDD505-2E9C-101B-9397-08002B2CF9AE}" pid="3" name="KSOProductBuildVer">
    <vt:lpwstr>3081-11.33.90</vt:lpwstr>
  </property>
</Properties>
</file>