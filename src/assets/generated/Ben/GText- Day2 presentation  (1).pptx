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9" r:id="rId8"/>
    <p:sldId id="270" r:id="rId9"/>
    <p:sldId id="264" r:id="rId10"/>
    <p:sldId id="265" r:id="rId11"/>
    <p:sldId id="271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28" y="274638"/>
            <a:ext cx="8454788" cy="11430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Business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Learn how to build smart, time-saving chat assistants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26099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b="1" dirty="0" smtClean="0"/>
              <a:t> is a </a:t>
            </a:r>
            <a:r>
              <a:rPr lang="en-US" b="1" dirty="0" err="1" smtClean="0"/>
              <a:t>Chatbot</a:t>
            </a:r>
            <a:r>
              <a:rPr lang="en-US" b="1" dirty="0" smtClean="0"/>
              <a:t>?</a:t>
            </a:r>
            <a:endParaRPr lang="en-US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199" y="1668441"/>
            <a:ext cx="8386549" cy="4759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 assistant that chats with people</a:t>
            </a:r>
          </a:p>
          <a:p>
            <a:pPr marL="0" indent="0">
              <a:buFont typeface="Arial"/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It can live 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your website, or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Responds instantly and automatically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0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8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Matter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Works 24/7 (even while you sleep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Answers FAQs, books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Collects client info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reduces manual replies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 Estate &amp; Service Businesses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Auto-respond to property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inquiries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 clients check available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plots/homes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inspection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 lead details — no staff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Rule-Based: If user says X, reply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AI-Powered (LLM): Understands questions and answers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smartly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Hybrid: A mix of rule-based +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You Can Deploy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Company Website / Landing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DMs / Facebook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Messenger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Telegram / Mobile Apps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60991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No-Code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Chatbase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Landbot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Tidio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Cody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(via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Twilio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5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199" y="260990"/>
            <a:ext cx="850937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Step-by-Step: Build a Simple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5865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Define the goal (e.g. book inspection)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sample conversations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your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tool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it with friends or staff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to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your website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“Welcome to G-Homes! Are you looking to buy, rent, or invest?”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“Here are 3 available lands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Lekki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Want to book inspection?”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“Drop your name and phone number. Our agent will reach out.”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Do’s and Don’ts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Keep it simple and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friendly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Always test before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Don’t overload with too much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forget a human backup option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Practice: Draft your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Welcome → Ask questions → Collect details → End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 there! Are you looking to buy or rent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“Please share your name and phone number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2609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Together — Your First Flow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answer your questions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📩 Follow up</a:t>
            </a: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07045422815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bensamoladoyin1@gmail.com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378</Words>
  <Application>Microsoft Office PowerPoint</Application>
  <PresentationFormat>On-screen Show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Day 2: Chatbots for Business Growth</vt:lpstr>
      <vt:lpstr>PowerPoint Presentation</vt:lpstr>
      <vt:lpstr>Why Chatbots Matter in Business</vt:lpstr>
      <vt:lpstr>Real-World Use Cases</vt:lpstr>
      <vt:lpstr>Types of Chatbots</vt:lpstr>
      <vt:lpstr>Where You Can Deploy Chatbots</vt:lpstr>
      <vt:lpstr>No-Code Chatbot Tools</vt:lpstr>
      <vt:lpstr>PowerPoint Presentation</vt:lpstr>
      <vt:lpstr>Real-Life Chatbot Scripts</vt:lpstr>
      <vt:lpstr>Do’s and Don’ts</vt:lpstr>
      <vt:lpstr>PowerPoint Presentation</vt:lpstr>
      <vt:lpstr>Thank You / Q&amp;A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Chatbots for Business Growth</dc:title>
  <dc:subject/>
  <dc:creator>Benjamin Samuel Oladoyin</dc:creator>
  <cp:keywords/>
  <dc:description>generated using python-pptx</dc:description>
  <cp:lastModifiedBy>Benjamin Samuel Oladoyin</cp:lastModifiedBy>
  <cp:revision>10</cp:revision>
  <dcterms:created xsi:type="dcterms:W3CDTF">2013-01-27T09:14:16Z</dcterms:created>
  <dcterms:modified xsi:type="dcterms:W3CDTF">2025-07-10T12:21:17Z</dcterms:modified>
  <cp:category/>
</cp:coreProperties>
</file>